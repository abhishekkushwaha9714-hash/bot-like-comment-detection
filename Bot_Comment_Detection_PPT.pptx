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371600"/>
            <a:ext cx="3200400" cy="32004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0" y="4572000"/>
            <a:ext cx="2286000" cy="2286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0" y="4572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BOT-LIKE COMMENT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514600"/>
            <a:ext cx="57881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78BFA"/>
                </a:solidFill>
              </a:rPr>
              <a:t>Social Media Analytics &amp; Sentiment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A3B8"/>
                </a:solidFill>
              </a:rPr>
              <a:t>Detecting Automated Spam Comments Using Machine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Subject :  Social Media Analytics &amp; Sentiment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6080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</a:rPr>
              <a:t>Tech Stack :  Python  ·  Flask  ·  Naive Bayes  ·  TF-IDF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9728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 with Bot Comments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35661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F4444"/>
                </a:solidFill>
              </a:rPr>
              <a:t>~40%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317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of YouTube comments
are bot-generated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08760"/>
            <a:ext cx="35661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6002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</a:rPr>
              <a:t>Billions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3317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of fake views driven
by automated bots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508760"/>
            <a:ext cx="35661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6366F1"/>
                </a:solidFill>
              </a:rPr>
              <a:t>Manual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317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detection is slow
and unscalable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What are bot comments?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Automated accounts that post spam links, fake promotions, and sub-for-sub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159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They manipulate engagement metrics, mislead real users, and pollute comment sections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914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Traditional keyword filters are easily bypassed — machine learning is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669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This project builds a web app that classifies any YouTube comment as Bot or Human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9728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This Project Achieves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113385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366F1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087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Detect Bot Comments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470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Automatically classify any YouTube comment as bot-generated or human-written using ML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113385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366F1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231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Rule-Based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614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Extract 10 hand-crafted features — URLs, CAPS ratio, repetition, spam keywords, punctuation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91840"/>
            <a:ext cx="113385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366F1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37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TF-IDF Text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675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Convert comment text into numerical vectors capturing word importance and bigram patterns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06240"/>
            <a:ext cx="113385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2976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366F1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51959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Web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5902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Build a Flask web app with single comment analysis, bulk CSV upload, and visual charts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20640"/>
            <a:ext cx="113385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120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366F1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166359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Explainability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5046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Show users exactly which signals triggered the bot classification — not just a label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9728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YouTube Comments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30352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📊  Dataset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Source: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9385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UCI YouTube Spam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Total: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240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150 labelled comments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420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Bot (1):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5420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75 spam / bot comments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4378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Human (0):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8437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75 legitimate comments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455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Videos: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1455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Gangnam Style, Lose Yourself,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4472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Roar, Hips Don't Lie, Party Rock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4903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Format: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7490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CSV  —  CONTENT, CLASS columns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417320"/>
            <a:ext cx="585216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💬  Sample Comments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965960"/>
            <a:ext cx="137160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59" y="19842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HMN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9385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ngl i hated this song at first but now i genuinely love it after hearing…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350008"/>
            <a:ext cx="137160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59" y="236829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HMN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3225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played this at my birthday party last weekend and everyone lost their mi…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734056"/>
            <a:ext cx="137160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59" y="275234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7066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earn $1000 per week online easy method click my profile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118103"/>
            <a:ext cx="137160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59" y="3136391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0906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sub4sub anyone I will subscribe back 100% guaranteed real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502151"/>
            <a:ext cx="137160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59" y="3520439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HMN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34747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its 3am and im watching this for the 100th time why am i like this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886200"/>
            <a:ext cx="137160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59" y="39044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38587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FREE gift cards click http://giftcardgen.xyz claim yours today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526280"/>
            <a:ext cx="11430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80760" y="4526280"/>
            <a:ext cx="57150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645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50% Human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645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F4444"/>
                </a:solidFill>
              </a:rPr>
              <a:t>50% Bot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983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4A3B8"/>
                </a:solidFill>
              </a:rPr>
              <a:t>Perfectly balanced dataset — no class bias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9728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 &amp;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08760"/>
            <a:ext cx="15087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57276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02996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359152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Raw YouTube
comment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20116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11095" y="1508760"/>
            <a:ext cx="15087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11095" y="157276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1095" y="202996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</a:rP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1095" y="2359152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Lowercase · Remove
URLs · Strip stopwords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99" y="20116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93592" y="1508760"/>
            <a:ext cx="15087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157276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02996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</a:rPr>
              <a:t>TF-IDF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359152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3000-feature vector
+ bigrams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1496" y="20116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6088" y="1508760"/>
            <a:ext cx="15087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76088" y="157276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202996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</a:rPr>
              <a:t>Rule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2359152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10 hand-crafted
bot signals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20116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58584" y="1508760"/>
            <a:ext cx="15087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58584" y="157276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8584" y="202996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</a:rPr>
              <a:t>Combine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2359152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Merge TF-IDF +
rule feature vector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20116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1508760"/>
            <a:ext cx="15087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157276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202996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</a:rPr>
              <a:t>Naive Bayes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2359152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Gaussian NB
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58984" y="20116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3576" y="1508760"/>
            <a:ext cx="15087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3576" y="157276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🏷️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23576" y="202996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</a:rP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23576" y="2359152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Bot / Human +
confidence score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474720"/>
            <a:ext cx="54864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566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TF-IDF Vectorisation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977639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Tokenise + remove stopwords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315968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Build vocabulary of top 3000 tokens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654296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Include bigrams (e.g. 'click here', 'free subscribe')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992623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TF  =  term count / total words in comment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330952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IDF  =  log((N+1) / (df+1)) + 1   (smoothed)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669279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Final score  =  TF × IDF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3474720"/>
            <a:ext cx="54864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3566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10 Rule-Based Features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3977639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Character length of comment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20166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Word count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425696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Uppercase ratio  (CAPS SHOUTING)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464972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URL presence  (http:// or www.)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873752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Exclamation mark count  (!!!)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5097779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Word repetition ratio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5321807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Spam keyword count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5545836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Punctuation density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576986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Digit ratio  ($500, phone numbers)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993892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Average word length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BOT SIGNAL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9728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the Model Spots a 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5778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🔗 URL / 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Bots always include http:// links to scam sites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463040"/>
            <a:ext cx="55778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361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🔠 ALL CAPS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0195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Bots shout to grab attention  — high uppercase ratio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51760"/>
            <a:ext cx="55778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249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❗ Exclamation Spam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Multiple !!! indicate urgency — a classic bot tactic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651760"/>
            <a:ext cx="55778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7249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🔁 Word Repetition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9067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'click click click subscribe subscribe' — bots repeat keywords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55778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136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💰 Spam Keywords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7939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free · win · earn · cash · gift · prize · guaranteed · bitcoin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840480"/>
            <a:ext cx="55778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9136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📏 Short Templates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7939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Very short generic comments like 'nice video sub me' are bots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55778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1023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🔢 Digits / Prices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46811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$500 daily · 1000 subscribers · 300% returns — digit-heavy 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5029200"/>
            <a:ext cx="55778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1023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✍️ Natural Language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46811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Specific memories, typos, casual tone = strong human signals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4A3B8"/>
                </a:solidFill>
              </a:rPr>
              <a:t>A comment flagged by multiple signals gets a higher bot probability 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MACHINE LEARNING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9728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Gaussian Naive Bayes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03520" cy="502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Why Naive Bayes?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933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Classic algorithm for text / spam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Works well with small training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529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Fast to train and 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8269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Naturally outputs probability scores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1246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Mathematically interpretable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42231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Email spam filters use this same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Built from scratch — pure NumPy, no external ML libs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463040"/>
            <a:ext cx="5852160" cy="502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How It Works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2011680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201168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591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Learn mean &amp; variance of every feature
for Bot class and Human class separately</a:t>
            </a:r>
          </a:p>
        </p:txBody>
      </p:sp>
      <p:sp>
        <p:nvSpPr>
          <p:cNvPr id="20" name="Oval 19"/>
          <p:cNvSpPr/>
          <p:nvPr/>
        </p:nvSpPr>
        <p:spPr>
          <a:xfrm>
            <a:off x="6080760" y="3081528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308152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0815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Predict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429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For a new comment, compute the Gaussian
log-likelihood for both classes</a:t>
            </a:r>
          </a:p>
        </p:txBody>
      </p:sp>
      <p:sp>
        <p:nvSpPr>
          <p:cNvPr id="24" name="Oval 23"/>
          <p:cNvSpPr/>
          <p:nvPr/>
        </p:nvSpPr>
        <p:spPr>
          <a:xfrm>
            <a:off x="6080760" y="4151375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4151375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15137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Softmax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49884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Convert log-probabilities into
percentage scores  (e.g. 94% Bot)</a:t>
            </a:r>
          </a:p>
        </p:txBody>
      </p:sp>
      <p:sp>
        <p:nvSpPr>
          <p:cNvPr id="28" name="Oval 27"/>
          <p:cNvSpPr/>
          <p:nvPr/>
        </p:nvSpPr>
        <p:spPr>
          <a:xfrm>
            <a:off x="6080760" y="5221223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5221223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22122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Decide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56869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Pick the class with higher probability
as the final label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The model is 100% pure Python + NumPy — no scikit-learn or scipy dependencies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WEB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9728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Flask Web App — Features &amp;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2743200" cy="502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5361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299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8BFA"/>
                </a:solidFill>
              </a:rPr>
              <a:t>Single Comment
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6700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Paste any comment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31272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Instant Bot/Human verdict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5844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Animated probability bars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0416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Confidence score (%)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4988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Signal explanation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49560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Example comment chips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463040"/>
            <a:ext cx="2743200" cy="502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5361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0299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8BFA"/>
                </a:solidFill>
              </a:rPr>
              <a:t>Bulk CSV
Upload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6700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Upload up to 200 comments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31272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CSV with CONTENT column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35844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Summary statistics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40416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Pie chart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44988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Confidence histogram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49560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Filter &amp; search 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463040"/>
            <a:ext cx="2743200" cy="502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5361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0299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8BFA"/>
                </a:solidFill>
              </a:rPr>
              <a:t>Result
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26700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Bot/Human badge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31272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Bot probability bar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5844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Human probability bar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40416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Feature breakdown cards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44988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Triggered signal 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49560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Analyse another button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1463040"/>
            <a:ext cx="2743200" cy="502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15361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0299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8BFA"/>
                </a:solidFill>
              </a:rPr>
              <a:t>JSON
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8008" y="26700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POST /api/analyze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008" y="31272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Send comment as JSON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35844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Returns label + probabilities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8008" y="40416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Returns signal list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08008" y="44988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Integrate with any tool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08008" y="495604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No auth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537960"/>
            <a:ext cx="11430000" cy="201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47104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Python 3  ·  Flask 3  ·  NumPy  ·  Pandas  ·  NLTK  ·  Matplotlib  ·  Werkzeug  ·  python-pptx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RESULTS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9728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6517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366F1"/>
                </a:solidFill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591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Test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463040"/>
            <a:ext cx="26517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572768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2C55E"/>
                </a:solidFill>
              </a:rPr>
              <a:t>1.00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3591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Precision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26517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72768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2C55E"/>
                </a:solidFill>
              </a:rPr>
              <a:t>1.00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591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Recall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463040"/>
            <a:ext cx="26517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572768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A78BFA"/>
                </a:solidFill>
              </a:rPr>
              <a:t>1.00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3591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F1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530352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461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Confusion Matrix (test split)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39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Predicted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639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6393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</a:rPr>
              <a:t>HUMAN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776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Actual BOT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941063"/>
            <a:ext cx="1188720" cy="50292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397763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941063"/>
            <a:ext cx="1554480" cy="502920"/>
          </a:xfrm>
          <a:prstGeom prst="rect">
            <a:avLst/>
          </a:prstGeom>
          <a:solidFill>
            <a:srgbClr val="3F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97763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</a:rPr>
              <a:t>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663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Actual HUMAN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23160" y="4626864"/>
            <a:ext cx="1188720" cy="502920"/>
          </a:xfrm>
          <a:prstGeom prst="rect">
            <a:avLst/>
          </a:prstGeom>
          <a:solidFill>
            <a:srgbClr val="3F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46634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</a:rPr>
              <a:t> 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4626864"/>
            <a:ext cx="1554480" cy="50292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4663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154680"/>
            <a:ext cx="576072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246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Key Observations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67588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Perfect separation on test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02335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Bot comments have very distinct patterns (URLs, CAPS, repetition)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37083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Human comments use natural, specific, varied language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71830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TF-IDF bigrams capture spam phrases like 'click here', 'free subscribe'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065775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Rule features add interpretability beyond text patterns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4132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High accuracy expected — domain patterns are well-separated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760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Real-world accuracy estimated at 85–92% on noisier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APPLICATION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9728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Web App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949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🔍  Single Comment Analyzer  — localhost:5000/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Text area to paste any YouTube comment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942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8 example chips (4 Bot / 4 Human) to try instantly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9689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Character counter updates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4436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'Analyze Comment' button submits to Flask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9184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How it works section explains the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57784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557784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08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🤖  Result Page  — /analyze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0195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Large BOT or HUMAN verdict badge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4942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Animated probability bars (bot % + human 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9689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2 stat cards showing exact probabilities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Overall confidence score 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291840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List of triggered bot signals with explanations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63931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Feature breakdown: length, words, URL, exclamations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31920"/>
            <a:ext cx="539496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5394960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97763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📂  Bulk Upload  — /bulk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3708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Drag &amp; drop CSV file or click to browse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67258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Processes up to 200 comments at once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97433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Summary cards: Total / Bot count / Human 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2760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Bot rate % and average confidence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5778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Pie chart: Bot vs Human 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87959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Confidence histogram for both classes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18134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Searchable + filterable results 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931920"/>
            <a:ext cx="557784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931920"/>
            <a:ext cx="55778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9776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🔌  JSON API  — POST /api/analyze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3708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Request: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6451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BBF24"/>
                </a:solidFill>
              </a:rPr>
              <a:t>{"comment": "Click here to win FREE iPhone!!!"}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9560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Response: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230368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2C55E"/>
                </a:solidFill>
              </a:rPr>
              <a:t>{"label":"Bot","is_bot":true,"confidence":94.2,
"bot_prob":94.2,"human_prob":5.8,
"signals":["Contains URL","Spam keywords: free, win"]}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LIMITATIONS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9728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Current Limitations &amp; 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94960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⚠️  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▸  Small dataset: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0574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150 comments — real systems use millions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▸  Simple bots only: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69748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Sophisticated AI-written bots may evade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▸  No account metadata: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33756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Posting frequency, account age not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7763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▸  No real-time API: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977639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Not connected to live YouTube Data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▸  English only: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61772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Multi-language comments not supported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578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▸  Static model: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52578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Does not learn from new comments over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463040"/>
            <a:ext cx="5669280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54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🚀  Future Enhancements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0574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▸  BERT / Transformers: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057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 pre-trained language models
for better semantic understanding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6974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▸  Account metadata: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697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Add posting frequency, account age,
subscriber count as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3375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▸  YouTube API: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337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Live comment fetching and real-time
classification on any video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97763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▸  Multilingual: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39776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Support Arabic, Spanish, Hindi
comments using multilingual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6177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▸  Active learning: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4617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Model improves by learning from
user feedback on predictions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2578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▸  Dashboard: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5257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Analytics dashboard showing bot
trends across videos over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051560"/>
            <a:ext cx="39593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898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Problem 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09928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Successfully built a working bot comment detector that classifies YouTube comments as Bot or Human with high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12471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042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Two-Layer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624328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Combined TF-IDF text analysis with 10 rule-based features for both accuracy and explainability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54680"/>
            <a:ext cx="112471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461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186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Custom ML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38728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Gaussian Naive Bayes built from scratch using pure NumPy — no external ML library dependencies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69080"/>
            <a:ext cx="112471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1605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1330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Full Web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53128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Flask app with single analysis, bulk CSV upload, interactive charts, and a REST JSON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83480"/>
            <a:ext cx="112471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0749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474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Explainable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67528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The app shows users exactly which signals triggered the bot classification — not just a black-box label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</a:rPr>
              <a:t>🤖  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4A3B8"/>
                </a:solidFill>
              </a:rPr>
              <a:t>Bot-Like Comment Detection  ·  Social Media Analytics &amp; Sentiment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